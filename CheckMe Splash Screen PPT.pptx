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387464-E875-458A-8C98-EBCEE06A069B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114830-8810-402E-B69A-A78D2D861C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Daily mental health check-in</a:t>
          </a:r>
          <a:endParaRPr lang="en-US" dirty="0"/>
        </a:p>
      </dgm:t>
    </dgm:pt>
    <dgm:pt modelId="{EEC74CD4-93EA-40B5-919D-1B43ABA92573}" type="parTrans" cxnId="{11048DA5-4A4B-41CB-93FD-95915FA6BA29}">
      <dgm:prSet/>
      <dgm:spPr/>
      <dgm:t>
        <a:bodyPr/>
        <a:lstStyle/>
        <a:p>
          <a:endParaRPr lang="en-US"/>
        </a:p>
      </dgm:t>
    </dgm:pt>
    <dgm:pt modelId="{380CC256-7CEE-4E08-9D2D-2E87337D2323}" type="sibTrans" cxnId="{11048DA5-4A4B-41CB-93FD-95915FA6BA29}">
      <dgm:prSet/>
      <dgm:spPr/>
      <dgm:t>
        <a:bodyPr/>
        <a:lstStyle/>
        <a:p>
          <a:endParaRPr lang="en-US"/>
        </a:p>
      </dgm:t>
    </dgm:pt>
    <dgm:pt modelId="{A0F19105-44AE-4AC7-AE20-91182E5EAD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Tracks stress, sleep, mood, and habits</a:t>
          </a:r>
        </a:p>
      </dgm:t>
    </dgm:pt>
    <dgm:pt modelId="{7EB525AD-0069-4718-B4DE-F488D398636D}" type="parTrans" cxnId="{72CC14B4-2F64-4A8B-B388-130E539D2771}">
      <dgm:prSet/>
      <dgm:spPr/>
      <dgm:t>
        <a:bodyPr/>
        <a:lstStyle/>
        <a:p>
          <a:endParaRPr lang="en-US"/>
        </a:p>
      </dgm:t>
    </dgm:pt>
    <dgm:pt modelId="{D1CA5ECF-8DEC-403E-A929-ACE197A213F5}" type="sibTrans" cxnId="{72CC14B4-2F64-4A8B-B388-130E539D2771}">
      <dgm:prSet/>
      <dgm:spPr/>
      <dgm:t>
        <a:bodyPr/>
        <a:lstStyle/>
        <a:p>
          <a:endParaRPr lang="en-US"/>
        </a:p>
      </dgm:t>
    </dgm:pt>
    <dgm:pt modelId="{3C9A9B9B-93BA-48CA-BC37-5A0899ED0F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Instant feedback and scoring system</a:t>
          </a:r>
        </a:p>
      </dgm:t>
    </dgm:pt>
    <dgm:pt modelId="{EC6740D9-3B6E-4D07-B57A-B2C269115FC0}" type="parTrans" cxnId="{F05F60D1-2439-458F-9765-E8EF88EB7482}">
      <dgm:prSet/>
      <dgm:spPr/>
      <dgm:t>
        <a:bodyPr/>
        <a:lstStyle/>
        <a:p>
          <a:endParaRPr lang="en-US"/>
        </a:p>
      </dgm:t>
    </dgm:pt>
    <dgm:pt modelId="{28726CB1-DF21-42BB-8353-CEF1AEDD962B}" type="sibTrans" cxnId="{F05F60D1-2439-458F-9765-E8EF88EB7482}">
      <dgm:prSet/>
      <dgm:spPr/>
      <dgm:t>
        <a:bodyPr/>
        <a:lstStyle/>
        <a:p>
          <a:endParaRPr lang="en-US"/>
        </a:p>
      </dgm:t>
    </dgm:pt>
    <dgm:pt modelId="{5CD9AC35-5756-4D40-BFE0-69265F8B43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Helps build awareness and better routines</a:t>
          </a:r>
        </a:p>
      </dgm:t>
    </dgm:pt>
    <dgm:pt modelId="{DCFD83BE-1D47-49CB-B17B-F2345F90AC5D}" type="parTrans" cxnId="{AD7556E1-B170-422E-BFB1-F8E6D640DF85}">
      <dgm:prSet/>
      <dgm:spPr/>
      <dgm:t>
        <a:bodyPr/>
        <a:lstStyle/>
        <a:p>
          <a:endParaRPr lang="en-US"/>
        </a:p>
      </dgm:t>
    </dgm:pt>
    <dgm:pt modelId="{DA3D19EF-0A51-40AC-9D90-C5D91A232C26}" type="sibTrans" cxnId="{AD7556E1-B170-422E-BFB1-F8E6D640DF85}">
      <dgm:prSet/>
      <dgm:spPr/>
      <dgm:t>
        <a:bodyPr/>
        <a:lstStyle/>
        <a:p>
          <a:endParaRPr lang="en-US"/>
        </a:p>
      </dgm:t>
    </dgm:pt>
    <dgm:pt modelId="{90A45C73-E9D0-4E45-AE7F-A6A8BEB8DCA5}" type="pres">
      <dgm:prSet presAssocID="{1C387464-E875-458A-8C98-EBCEE06A069B}" presName="root" presStyleCnt="0">
        <dgm:presLayoutVars>
          <dgm:dir/>
          <dgm:resizeHandles val="exact"/>
        </dgm:presLayoutVars>
      </dgm:prSet>
      <dgm:spPr/>
    </dgm:pt>
    <dgm:pt modelId="{B2918A3D-99D5-466B-B398-141DBEA3D7DD}" type="pres">
      <dgm:prSet presAssocID="{3B114830-8810-402E-B69A-A78D2D861C39}" presName="compNode" presStyleCnt="0"/>
      <dgm:spPr/>
    </dgm:pt>
    <dgm:pt modelId="{425AECF0-01BC-413C-A4A8-A65B081C9804}" type="pres">
      <dgm:prSet presAssocID="{3B114830-8810-402E-B69A-A78D2D861C3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11A42A57-7779-4C20-BD80-E238ADB8649E}" type="pres">
      <dgm:prSet presAssocID="{3B114830-8810-402E-B69A-A78D2D861C39}" presName="spaceRect" presStyleCnt="0"/>
      <dgm:spPr/>
    </dgm:pt>
    <dgm:pt modelId="{5EA8065D-754A-4C42-B0E5-EBC05292346B}" type="pres">
      <dgm:prSet presAssocID="{3B114830-8810-402E-B69A-A78D2D861C39}" presName="textRect" presStyleLbl="revTx" presStyleIdx="0" presStyleCnt="4">
        <dgm:presLayoutVars>
          <dgm:chMax val="1"/>
          <dgm:chPref val="1"/>
        </dgm:presLayoutVars>
      </dgm:prSet>
      <dgm:spPr/>
    </dgm:pt>
    <dgm:pt modelId="{3A965B44-F7AD-424B-813E-32CB52B21547}" type="pres">
      <dgm:prSet presAssocID="{380CC256-7CEE-4E08-9D2D-2E87337D2323}" presName="sibTrans" presStyleCnt="0"/>
      <dgm:spPr/>
    </dgm:pt>
    <dgm:pt modelId="{A19ECBAD-91D3-4B6C-9A5F-6847F75735BC}" type="pres">
      <dgm:prSet presAssocID="{A0F19105-44AE-4AC7-AE20-91182E5EADD8}" presName="compNode" presStyleCnt="0"/>
      <dgm:spPr/>
    </dgm:pt>
    <dgm:pt modelId="{23D719B9-6F63-41BD-B872-E8F3CA04E7F6}" type="pres">
      <dgm:prSet presAssocID="{A0F19105-44AE-4AC7-AE20-91182E5EADD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nce Steps"/>
        </a:ext>
      </dgm:extLst>
    </dgm:pt>
    <dgm:pt modelId="{DBEF6F8B-1020-47E7-AB60-9DD6FA5864CA}" type="pres">
      <dgm:prSet presAssocID="{A0F19105-44AE-4AC7-AE20-91182E5EADD8}" presName="spaceRect" presStyleCnt="0"/>
      <dgm:spPr/>
    </dgm:pt>
    <dgm:pt modelId="{63A4F2CC-6E82-4753-AE43-84045A92A971}" type="pres">
      <dgm:prSet presAssocID="{A0F19105-44AE-4AC7-AE20-91182E5EADD8}" presName="textRect" presStyleLbl="revTx" presStyleIdx="1" presStyleCnt="4">
        <dgm:presLayoutVars>
          <dgm:chMax val="1"/>
          <dgm:chPref val="1"/>
        </dgm:presLayoutVars>
      </dgm:prSet>
      <dgm:spPr/>
    </dgm:pt>
    <dgm:pt modelId="{80DAD367-53D1-4335-B155-8C088ECEE052}" type="pres">
      <dgm:prSet presAssocID="{D1CA5ECF-8DEC-403E-A929-ACE197A213F5}" presName="sibTrans" presStyleCnt="0"/>
      <dgm:spPr/>
    </dgm:pt>
    <dgm:pt modelId="{D1BC66D5-1424-48ED-A6BF-E99BE049F3EB}" type="pres">
      <dgm:prSet presAssocID="{3C9A9B9B-93BA-48CA-BC37-5A0899ED0F0A}" presName="compNode" presStyleCnt="0"/>
      <dgm:spPr/>
    </dgm:pt>
    <dgm:pt modelId="{EE10DCCF-CE20-4BBC-A3E8-DACD941A539A}" type="pres">
      <dgm:prSet presAssocID="{3C9A9B9B-93BA-48CA-BC37-5A0899ED0F0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A2651A4-658F-4C7C-AE69-6AC60C79B8F4}" type="pres">
      <dgm:prSet presAssocID="{3C9A9B9B-93BA-48CA-BC37-5A0899ED0F0A}" presName="spaceRect" presStyleCnt="0"/>
      <dgm:spPr/>
    </dgm:pt>
    <dgm:pt modelId="{6BF90A3C-61B7-480C-8076-1B95BCD5E200}" type="pres">
      <dgm:prSet presAssocID="{3C9A9B9B-93BA-48CA-BC37-5A0899ED0F0A}" presName="textRect" presStyleLbl="revTx" presStyleIdx="2" presStyleCnt="4">
        <dgm:presLayoutVars>
          <dgm:chMax val="1"/>
          <dgm:chPref val="1"/>
        </dgm:presLayoutVars>
      </dgm:prSet>
      <dgm:spPr/>
    </dgm:pt>
    <dgm:pt modelId="{7B4F45C1-BF05-440B-A562-C46ABED3D888}" type="pres">
      <dgm:prSet presAssocID="{28726CB1-DF21-42BB-8353-CEF1AEDD962B}" presName="sibTrans" presStyleCnt="0"/>
      <dgm:spPr/>
    </dgm:pt>
    <dgm:pt modelId="{5B0EF80F-4E94-4AC1-AD9D-92700C756022}" type="pres">
      <dgm:prSet presAssocID="{5CD9AC35-5756-4D40-BFE0-69265F8B4365}" presName="compNode" presStyleCnt="0"/>
      <dgm:spPr/>
    </dgm:pt>
    <dgm:pt modelId="{DD5A2E76-EF0B-4B74-9A03-1612CDE50250}" type="pres">
      <dgm:prSet presAssocID="{5CD9AC35-5756-4D40-BFE0-69265F8B436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nce"/>
        </a:ext>
      </dgm:extLst>
    </dgm:pt>
    <dgm:pt modelId="{59DC482C-142D-468F-BC51-FF97EC2434B3}" type="pres">
      <dgm:prSet presAssocID="{5CD9AC35-5756-4D40-BFE0-69265F8B4365}" presName="spaceRect" presStyleCnt="0"/>
      <dgm:spPr/>
    </dgm:pt>
    <dgm:pt modelId="{9E65D7E3-21A6-4A44-913E-BF7EE6EA9F2F}" type="pres">
      <dgm:prSet presAssocID="{5CD9AC35-5756-4D40-BFE0-69265F8B436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2399601-8070-0F4D-B010-169FED2209BF}" type="presOf" srcId="{3B114830-8810-402E-B69A-A78D2D861C39}" destId="{5EA8065D-754A-4C42-B0E5-EBC05292346B}" srcOrd="0" destOrd="0" presId="urn:microsoft.com/office/officeart/2018/2/layout/IconLabelList"/>
    <dgm:cxn modelId="{AD70FF0E-F026-274D-941B-ADF5FAEF1179}" type="presOf" srcId="{3C9A9B9B-93BA-48CA-BC37-5A0899ED0F0A}" destId="{6BF90A3C-61B7-480C-8076-1B95BCD5E200}" srcOrd="0" destOrd="0" presId="urn:microsoft.com/office/officeart/2018/2/layout/IconLabelList"/>
    <dgm:cxn modelId="{DCDD3A39-0983-0F47-887B-D67D891E11DF}" type="presOf" srcId="{1C387464-E875-458A-8C98-EBCEE06A069B}" destId="{90A45C73-E9D0-4E45-AE7F-A6A8BEB8DCA5}" srcOrd="0" destOrd="0" presId="urn:microsoft.com/office/officeart/2018/2/layout/IconLabelList"/>
    <dgm:cxn modelId="{CB67ED67-F2B7-F14F-AC69-EF85BB786C1D}" type="presOf" srcId="{A0F19105-44AE-4AC7-AE20-91182E5EADD8}" destId="{63A4F2CC-6E82-4753-AE43-84045A92A971}" srcOrd="0" destOrd="0" presId="urn:microsoft.com/office/officeart/2018/2/layout/IconLabelList"/>
    <dgm:cxn modelId="{11048DA5-4A4B-41CB-93FD-95915FA6BA29}" srcId="{1C387464-E875-458A-8C98-EBCEE06A069B}" destId="{3B114830-8810-402E-B69A-A78D2D861C39}" srcOrd="0" destOrd="0" parTransId="{EEC74CD4-93EA-40B5-919D-1B43ABA92573}" sibTransId="{380CC256-7CEE-4E08-9D2D-2E87337D2323}"/>
    <dgm:cxn modelId="{4D059AA9-FFA4-8547-9904-E427F7447D13}" type="presOf" srcId="{5CD9AC35-5756-4D40-BFE0-69265F8B4365}" destId="{9E65D7E3-21A6-4A44-913E-BF7EE6EA9F2F}" srcOrd="0" destOrd="0" presId="urn:microsoft.com/office/officeart/2018/2/layout/IconLabelList"/>
    <dgm:cxn modelId="{72CC14B4-2F64-4A8B-B388-130E539D2771}" srcId="{1C387464-E875-458A-8C98-EBCEE06A069B}" destId="{A0F19105-44AE-4AC7-AE20-91182E5EADD8}" srcOrd="1" destOrd="0" parTransId="{7EB525AD-0069-4718-B4DE-F488D398636D}" sibTransId="{D1CA5ECF-8DEC-403E-A929-ACE197A213F5}"/>
    <dgm:cxn modelId="{F05F60D1-2439-458F-9765-E8EF88EB7482}" srcId="{1C387464-E875-458A-8C98-EBCEE06A069B}" destId="{3C9A9B9B-93BA-48CA-BC37-5A0899ED0F0A}" srcOrd="2" destOrd="0" parTransId="{EC6740D9-3B6E-4D07-B57A-B2C269115FC0}" sibTransId="{28726CB1-DF21-42BB-8353-CEF1AEDD962B}"/>
    <dgm:cxn modelId="{AD7556E1-B170-422E-BFB1-F8E6D640DF85}" srcId="{1C387464-E875-458A-8C98-EBCEE06A069B}" destId="{5CD9AC35-5756-4D40-BFE0-69265F8B4365}" srcOrd="3" destOrd="0" parTransId="{DCFD83BE-1D47-49CB-B17B-F2345F90AC5D}" sibTransId="{DA3D19EF-0A51-40AC-9D90-C5D91A232C26}"/>
    <dgm:cxn modelId="{72770D6B-54E3-3641-93F2-CCB9BFEB6F3E}" type="presParOf" srcId="{90A45C73-E9D0-4E45-AE7F-A6A8BEB8DCA5}" destId="{B2918A3D-99D5-466B-B398-141DBEA3D7DD}" srcOrd="0" destOrd="0" presId="urn:microsoft.com/office/officeart/2018/2/layout/IconLabelList"/>
    <dgm:cxn modelId="{C7F16DB6-A27F-0145-8934-6AE57554EC1F}" type="presParOf" srcId="{B2918A3D-99D5-466B-B398-141DBEA3D7DD}" destId="{425AECF0-01BC-413C-A4A8-A65B081C9804}" srcOrd="0" destOrd="0" presId="urn:microsoft.com/office/officeart/2018/2/layout/IconLabelList"/>
    <dgm:cxn modelId="{D5BDB254-C95F-8747-864A-1F1EABD58E06}" type="presParOf" srcId="{B2918A3D-99D5-466B-B398-141DBEA3D7DD}" destId="{11A42A57-7779-4C20-BD80-E238ADB8649E}" srcOrd="1" destOrd="0" presId="urn:microsoft.com/office/officeart/2018/2/layout/IconLabelList"/>
    <dgm:cxn modelId="{D153604D-EB63-0848-82ED-C476145FD75A}" type="presParOf" srcId="{B2918A3D-99D5-466B-B398-141DBEA3D7DD}" destId="{5EA8065D-754A-4C42-B0E5-EBC05292346B}" srcOrd="2" destOrd="0" presId="urn:microsoft.com/office/officeart/2018/2/layout/IconLabelList"/>
    <dgm:cxn modelId="{03911F24-0618-834F-A4E9-83DCD20C7F20}" type="presParOf" srcId="{90A45C73-E9D0-4E45-AE7F-A6A8BEB8DCA5}" destId="{3A965B44-F7AD-424B-813E-32CB52B21547}" srcOrd="1" destOrd="0" presId="urn:microsoft.com/office/officeart/2018/2/layout/IconLabelList"/>
    <dgm:cxn modelId="{DDF81384-86CB-7442-9AB8-1900D78193EB}" type="presParOf" srcId="{90A45C73-E9D0-4E45-AE7F-A6A8BEB8DCA5}" destId="{A19ECBAD-91D3-4B6C-9A5F-6847F75735BC}" srcOrd="2" destOrd="0" presId="urn:microsoft.com/office/officeart/2018/2/layout/IconLabelList"/>
    <dgm:cxn modelId="{308C6954-5BC0-374B-B015-0EC0D7387ED2}" type="presParOf" srcId="{A19ECBAD-91D3-4B6C-9A5F-6847F75735BC}" destId="{23D719B9-6F63-41BD-B872-E8F3CA04E7F6}" srcOrd="0" destOrd="0" presId="urn:microsoft.com/office/officeart/2018/2/layout/IconLabelList"/>
    <dgm:cxn modelId="{02AB15B4-B560-1945-B262-F51005BAA973}" type="presParOf" srcId="{A19ECBAD-91D3-4B6C-9A5F-6847F75735BC}" destId="{DBEF6F8B-1020-47E7-AB60-9DD6FA5864CA}" srcOrd="1" destOrd="0" presId="urn:microsoft.com/office/officeart/2018/2/layout/IconLabelList"/>
    <dgm:cxn modelId="{6A30E6E4-D7F6-B744-99BC-B9EE0812E7D3}" type="presParOf" srcId="{A19ECBAD-91D3-4B6C-9A5F-6847F75735BC}" destId="{63A4F2CC-6E82-4753-AE43-84045A92A971}" srcOrd="2" destOrd="0" presId="urn:microsoft.com/office/officeart/2018/2/layout/IconLabelList"/>
    <dgm:cxn modelId="{266C2EBE-5A87-4C4B-AAB5-E617893134C6}" type="presParOf" srcId="{90A45C73-E9D0-4E45-AE7F-A6A8BEB8DCA5}" destId="{80DAD367-53D1-4335-B155-8C088ECEE052}" srcOrd="3" destOrd="0" presId="urn:microsoft.com/office/officeart/2018/2/layout/IconLabelList"/>
    <dgm:cxn modelId="{0F29F781-F276-A448-B292-B8E58A204A60}" type="presParOf" srcId="{90A45C73-E9D0-4E45-AE7F-A6A8BEB8DCA5}" destId="{D1BC66D5-1424-48ED-A6BF-E99BE049F3EB}" srcOrd="4" destOrd="0" presId="urn:microsoft.com/office/officeart/2018/2/layout/IconLabelList"/>
    <dgm:cxn modelId="{9F5C8D69-8EFA-2747-ADC3-1590E8B04297}" type="presParOf" srcId="{D1BC66D5-1424-48ED-A6BF-E99BE049F3EB}" destId="{EE10DCCF-CE20-4BBC-A3E8-DACD941A539A}" srcOrd="0" destOrd="0" presId="urn:microsoft.com/office/officeart/2018/2/layout/IconLabelList"/>
    <dgm:cxn modelId="{BB24431D-ED0D-9F4B-B1ED-AE9717F101A0}" type="presParOf" srcId="{D1BC66D5-1424-48ED-A6BF-E99BE049F3EB}" destId="{EA2651A4-658F-4C7C-AE69-6AC60C79B8F4}" srcOrd="1" destOrd="0" presId="urn:microsoft.com/office/officeart/2018/2/layout/IconLabelList"/>
    <dgm:cxn modelId="{9C2BCAB5-2925-E845-BE38-098FCFD35544}" type="presParOf" srcId="{D1BC66D5-1424-48ED-A6BF-E99BE049F3EB}" destId="{6BF90A3C-61B7-480C-8076-1B95BCD5E200}" srcOrd="2" destOrd="0" presId="urn:microsoft.com/office/officeart/2018/2/layout/IconLabelList"/>
    <dgm:cxn modelId="{F9FC4DDE-7467-6F4F-8C01-26C021D81A16}" type="presParOf" srcId="{90A45C73-E9D0-4E45-AE7F-A6A8BEB8DCA5}" destId="{7B4F45C1-BF05-440B-A562-C46ABED3D888}" srcOrd="5" destOrd="0" presId="urn:microsoft.com/office/officeart/2018/2/layout/IconLabelList"/>
    <dgm:cxn modelId="{30708919-70CE-6C45-8040-16CB6CB2C472}" type="presParOf" srcId="{90A45C73-E9D0-4E45-AE7F-A6A8BEB8DCA5}" destId="{5B0EF80F-4E94-4AC1-AD9D-92700C756022}" srcOrd="6" destOrd="0" presId="urn:microsoft.com/office/officeart/2018/2/layout/IconLabelList"/>
    <dgm:cxn modelId="{BE452DA1-BAD0-9E49-9D49-C47307739933}" type="presParOf" srcId="{5B0EF80F-4E94-4AC1-AD9D-92700C756022}" destId="{DD5A2E76-EF0B-4B74-9A03-1612CDE50250}" srcOrd="0" destOrd="0" presId="urn:microsoft.com/office/officeart/2018/2/layout/IconLabelList"/>
    <dgm:cxn modelId="{9081E51F-5AD7-5D47-A334-999A0F24D2B5}" type="presParOf" srcId="{5B0EF80F-4E94-4AC1-AD9D-92700C756022}" destId="{59DC482C-142D-468F-BC51-FF97EC2434B3}" srcOrd="1" destOrd="0" presId="urn:microsoft.com/office/officeart/2018/2/layout/IconLabelList"/>
    <dgm:cxn modelId="{E888A72B-96B5-684D-A745-922F6C5A71E5}" type="presParOf" srcId="{5B0EF80F-4E94-4AC1-AD9D-92700C756022}" destId="{9E65D7E3-21A6-4A44-913E-BF7EE6EA9F2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5AECF0-01BC-413C-A4A8-A65B081C9804}">
      <dsp:nvSpPr>
        <dsp:cNvPr id="0" name=""/>
        <dsp:cNvSpPr/>
      </dsp:nvSpPr>
      <dsp:spPr>
        <a:xfrm>
          <a:off x="747914" y="135519"/>
          <a:ext cx="494384" cy="494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8065D-754A-4C42-B0E5-EBC05292346B}">
      <dsp:nvSpPr>
        <dsp:cNvPr id="0" name=""/>
        <dsp:cNvSpPr/>
      </dsp:nvSpPr>
      <dsp:spPr>
        <a:xfrm>
          <a:off x="445790" y="794817"/>
          <a:ext cx="1098632" cy="43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Daily mental health check-in</a:t>
          </a:r>
          <a:endParaRPr lang="en-US" sz="1100" kern="1200" dirty="0"/>
        </a:p>
      </dsp:txBody>
      <dsp:txXfrm>
        <a:off x="445790" y="794817"/>
        <a:ext cx="1098632" cy="439453"/>
      </dsp:txXfrm>
    </dsp:sp>
    <dsp:sp modelId="{23D719B9-6F63-41BD-B872-E8F3CA04E7F6}">
      <dsp:nvSpPr>
        <dsp:cNvPr id="0" name=""/>
        <dsp:cNvSpPr/>
      </dsp:nvSpPr>
      <dsp:spPr>
        <a:xfrm>
          <a:off x="2038807" y="135519"/>
          <a:ext cx="494384" cy="494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A4F2CC-6E82-4753-AE43-84045A92A971}">
      <dsp:nvSpPr>
        <dsp:cNvPr id="0" name=""/>
        <dsp:cNvSpPr/>
      </dsp:nvSpPr>
      <dsp:spPr>
        <a:xfrm>
          <a:off x="1736683" y="794817"/>
          <a:ext cx="1098632" cy="43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Tracks stress, sleep, mood, and habits</a:t>
          </a:r>
        </a:p>
      </dsp:txBody>
      <dsp:txXfrm>
        <a:off x="1736683" y="794817"/>
        <a:ext cx="1098632" cy="439453"/>
      </dsp:txXfrm>
    </dsp:sp>
    <dsp:sp modelId="{EE10DCCF-CE20-4BBC-A3E8-DACD941A539A}">
      <dsp:nvSpPr>
        <dsp:cNvPr id="0" name=""/>
        <dsp:cNvSpPr/>
      </dsp:nvSpPr>
      <dsp:spPr>
        <a:xfrm>
          <a:off x="3329701" y="135519"/>
          <a:ext cx="494384" cy="494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90A3C-61B7-480C-8076-1B95BCD5E200}">
      <dsp:nvSpPr>
        <dsp:cNvPr id="0" name=""/>
        <dsp:cNvSpPr/>
      </dsp:nvSpPr>
      <dsp:spPr>
        <a:xfrm>
          <a:off x="3027577" y="794817"/>
          <a:ext cx="1098632" cy="43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Instant feedback and scoring system</a:t>
          </a:r>
        </a:p>
      </dsp:txBody>
      <dsp:txXfrm>
        <a:off x="3027577" y="794817"/>
        <a:ext cx="1098632" cy="439453"/>
      </dsp:txXfrm>
    </dsp:sp>
    <dsp:sp modelId="{DD5A2E76-EF0B-4B74-9A03-1612CDE50250}">
      <dsp:nvSpPr>
        <dsp:cNvPr id="0" name=""/>
        <dsp:cNvSpPr/>
      </dsp:nvSpPr>
      <dsp:spPr>
        <a:xfrm>
          <a:off x="2038807" y="1508929"/>
          <a:ext cx="494384" cy="494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65D7E3-21A6-4A44-913E-BF7EE6EA9F2F}">
      <dsp:nvSpPr>
        <dsp:cNvPr id="0" name=""/>
        <dsp:cNvSpPr/>
      </dsp:nvSpPr>
      <dsp:spPr>
        <a:xfrm>
          <a:off x="1736683" y="2168227"/>
          <a:ext cx="1098632" cy="439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Helps build awareness and better routines</a:t>
          </a:r>
        </a:p>
      </dsp:txBody>
      <dsp:txXfrm>
        <a:off x="1736683" y="2168227"/>
        <a:ext cx="1098632" cy="439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A7FA-6B49-ACEB-27F8-8AF1FDC33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E6A398-CC2E-CC87-74EA-126A0D8F5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37F5B-A0DA-628A-8031-43EDFB99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8393B-96CC-CE3E-E82A-9774F7D72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BF48B-EBEE-C318-9E14-5F99B5DB8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079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BEE4-B418-1C30-0761-26E7E1D83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02DA5-E289-359A-A532-1807D5418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7192E-473F-41A9-490E-21FB63BC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30E66-F399-DAAE-AD27-A1A5249C7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3A9CD-AD36-213B-4C12-9979CFEE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13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1C5C-E737-4451-E78D-D1BA906D3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5EBDC-B998-CFFD-1D8E-21C9BDCE7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56760-654B-3DAA-BF90-A65D92A0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F3E6E-DC0B-A584-64DB-805A85F3D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C8177-B19C-8FF6-C927-885D1D26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1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7BA9-2671-BD6C-5E4A-4DADF1EA4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FA81B-4430-4532-CCF5-E79E9F133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12180-BCFA-CFF3-6D33-7F786A5DC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A1561-2E21-1854-561B-320147DE5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85FF2-EF63-22E9-C957-71C7B6298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59063-916C-05E9-01D3-96A0E7B7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5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3BC89-3050-9108-7CDC-2E30A705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8AEE9-414A-9D5D-9C1C-868F27E6C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6266A0-2340-B0E3-D6F3-99924092D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BD0FA2-700E-65E3-D1D3-3D91783D7B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8C47F6-0420-9272-D751-5670132103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955189-669D-5B1B-7D5B-9E0664C0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C014E6-76F8-1E91-3E68-8E6F938EF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17C3E8-0E04-AB6D-2964-B4BF75A1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52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6B63-3927-6D7E-165C-D65B0896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A4BF7B-1E9D-F97F-68C0-A7AF16B5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E58679-9876-4828-7CE8-134AA454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A2C26-82D1-8D82-F222-3604A80B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6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351237-CE36-2BCD-924A-5F01A0267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CF40E-F535-2EFB-F733-346ADD2B2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CBA81-CD34-9400-D6B5-1A1DF1C1E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91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4C609-B858-C7B6-0269-743EE7537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03534-32C4-8E14-1673-82FFE1BB1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3AE23-D41A-5A3E-0FC9-F851B0857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443F8-B579-AD24-35C7-69049CE1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A3CE34-416E-91AE-1B1B-6A426747F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B7E62-49E4-5864-2DF7-40CBB0312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47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4787D-B961-80FB-0DF7-584893091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EA8E6A-4245-E0DD-A5F2-1C4762D0C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972A3-5E72-B72C-7FC3-52441884F6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75A38-5497-803B-6557-F9C0E9656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A19AA-9A59-D872-EABF-BC4CA260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10BDE-6481-7CC4-A1C2-D8D075C59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038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BF42F-5380-590B-FB74-C5152ADB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7074E-8D03-A058-12AA-141A7782D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E7AACB-524A-997E-B219-0C5545C96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DB425-7223-870C-E095-44B679862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3C64F-7A61-E5AC-35D1-7AF1EC86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39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75C14F-A171-2B67-3A4A-35C47BF06C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38A07-134D-B1DD-5DDD-48411A104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76A52-C037-0B96-FEAF-14A4E66BF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3156A-3DD9-8EDF-6546-D22CC3CE0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24608-2861-F2B0-4620-AD7AE3D25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7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38783C-A22F-DB16-1673-847342E7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FB13F-E610-B691-4237-673D88DE6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ADAED-31FE-EF05-AECD-7FA80EA81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4516A-80BE-60BE-8CD1-044C00626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E9015-10C2-E67D-818C-B51968A9C5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2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54092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 dirty="0" err="1">
                <a:solidFill>
                  <a:schemeClr val="bg2"/>
                </a:solidFill>
              </a:rPr>
              <a:t>CheckMe</a:t>
            </a:r>
            <a:r>
              <a:rPr sz="3600" b="1" dirty="0">
                <a:solidFill>
                  <a:schemeClr val="bg2"/>
                </a:solidFill>
              </a:rPr>
              <a:t> – Smart Mental Health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8936" y="914400"/>
            <a:ext cx="692612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solidFill>
                  <a:schemeClr val="tx2"/>
                </a:solidFill>
              </a:rPr>
              <a:t>Check your mind. Track your life. Level up your mental health.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Team Member: J.C. Powers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9E4746-C1F8-F067-D44B-153D83307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162" y="2583276"/>
            <a:ext cx="4722966" cy="3920358"/>
          </a:xfrm>
          <a:prstGeom prst="rect">
            <a:avLst/>
          </a:prstGeom>
        </p:spPr>
      </p:pic>
      <p:graphicFrame>
        <p:nvGraphicFramePr>
          <p:cNvPr id="11" name="TextBox 3">
            <a:extLst>
              <a:ext uri="{FF2B5EF4-FFF2-40B4-BE49-F238E27FC236}">
                <a16:creationId xmlns:a16="http://schemas.microsoft.com/office/drawing/2014/main" id="{CA823A91-B0B1-ACF5-7E14-C5966DF9E1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8599647"/>
              </p:ext>
            </p:extLst>
          </p:nvPr>
        </p:nvGraphicFramePr>
        <p:xfrm>
          <a:off x="203055" y="1800255"/>
          <a:ext cx="457200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56</Words>
  <Application>Microsoft Macintosh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J.c. Powers</cp:lastModifiedBy>
  <cp:revision>2</cp:revision>
  <dcterms:created xsi:type="dcterms:W3CDTF">2013-01-27T09:14:16Z</dcterms:created>
  <dcterms:modified xsi:type="dcterms:W3CDTF">2026-05-01T00:54:01Z</dcterms:modified>
  <cp:category/>
</cp:coreProperties>
</file>